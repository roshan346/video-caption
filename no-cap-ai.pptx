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D64541"/>
                </a:solidFill>
                <a:latin typeface="Segoe UI"/>
              </a:rPr>
              <a:t>AMD DEVELOPER HACKATHON  ·  TRACK 2  ·  VIDEO CAPTIONING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800" b="1">
                <a:solidFill>
                  <a:srgbClr val="1F2937"/>
                </a:solidFill>
                <a:latin typeface="Segoe UI"/>
              </a:rPr>
              <a:t>no-cap.ai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0040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6B7280"/>
                </a:solidFill>
                <a:latin typeface="Segoe UI"/>
              </a:rPr>
              <a:t>An AI agent that watches any video and writes accurate, style-perfect captions.
No hallucinations. No cap.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4343400"/>
            <a:ext cx="2926080" cy="19050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5720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B7280"/>
                </a:solidFill>
                <a:latin typeface="Segoe UI"/>
              </a:rPr>
              <a:t>TEAM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937760"/>
            <a:ext cx="1920240" cy="566928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047488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F2937"/>
                </a:solidFill>
                <a:latin typeface="Segoe UI"/>
              </a:rPr>
              <a:t>Tillu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39" y="4937760"/>
            <a:ext cx="1920240" cy="566928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39" y="5047488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F2937"/>
                </a:solidFill>
                <a:latin typeface="Segoe UI"/>
              </a:rPr>
              <a:t>Millu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4937760"/>
            <a:ext cx="1920240" cy="566928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5047488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F2937"/>
                </a:solidFill>
                <a:latin typeface="Segoe UI"/>
              </a:rPr>
              <a:t>Jhillu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6B7280"/>
                </a:solidFill>
                <a:latin typeface="Segoe UI"/>
              </a:rPr>
              <a:t>no-cap.ai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02920"/>
            <a:ext cx="457200" cy="54864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D64541"/>
                </a:solidFill>
                <a:latin typeface="Segoe UI"/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32688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1F2937"/>
                </a:solidFill>
                <a:latin typeface="Segoe UI"/>
              </a:rPr>
              <a:t>One video. Four voices. Zero hallucinations.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1054303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Segoe UI"/>
              </a:rPr>
              <a:t>Track 2: given a batch of unseen video clips (30s–2min), generate a caption for every clip in every requested style — judged by an LLM on caption accuracy and style match, under a hard 10-minute runtime limit.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17520"/>
            <a:ext cx="3383280" cy="23774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3163824"/>
            <a:ext cx="29809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Accuracy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547872"/>
            <a:ext cx="2980944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Segoe UI"/>
              </a:rPr>
              <a:t>Captions must reflect what is actually in the video — specific objects, places, actions. Generic or invented details score zero.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3017520"/>
            <a:ext cx="3383280" cy="23774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3163824"/>
            <a:ext cx="29809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Four distinct styles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3547872"/>
            <a:ext cx="2980944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Segoe UI"/>
              </a:rPr>
              <a:t>formal · sarcastic · humorous_tech · humorous_non_tech. Every style, every clip. A missing style scores zero for that clip.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017520"/>
            <a:ext cx="3383280" cy="23774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3163824"/>
            <a:ext cx="29809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Hard constraints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3547872"/>
            <a:ext cx="2980944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Segoe UI"/>
              </a:rPr>
              <a:t>10-minute wall clock for the whole batch, CPU-only judge VM, self-contained public Docker image under 10 GB.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D64541"/>
                </a:solidFill>
                <a:latin typeface="Segoe UI"/>
              </a:rPr>
              <a:t>Our answer: a grounded vision pipeline that reads the pixels before it writes the jokes.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6B7280"/>
                </a:solidFill>
                <a:latin typeface="Segoe UI"/>
              </a:rPr>
              <a:t>no-cap.ai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02920"/>
            <a:ext cx="457200" cy="54864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D64541"/>
                </a:solidFill>
                <a:latin typeface="Segoe U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32688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1F2937"/>
                </a:solidFill>
                <a:latin typeface="Segoe UI"/>
              </a:rPr>
              <a:t>Five-stage grounded captioning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1054303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2011680" cy="17373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48840"/>
            <a:ext cx="2011680" cy="82296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50008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1 · 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70632"/>
            <a:ext cx="1737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Download clip, hard size caps, format 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834640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D64541"/>
                </a:solidFill>
                <a:latin typeface="Segoe UI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2148840"/>
            <a:ext cx="2011680" cy="17373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63240" y="2148840"/>
            <a:ext cx="2011680" cy="82296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2350008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2 · Scenes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770632"/>
            <a:ext cx="1737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Adaptive scene detection in a single decode 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834640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D64541"/>
                </a:solidFill>
                <a:latin typeface="Segoe UI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2148840"/>
            <a:ext cx="2011680" cy="17373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0" y="2148840"/>
            <a:ext cx="2011680" cy="82296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0" y="2350008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3 · Keyframes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2770632"/>
            <a:ext cx="1737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CLIP embeddings + farthest-point pick of 5 diverse frames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834640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D64541"/>
                </a:solidFill>
                <a:latin typeface="Segoe UI"/>
              </a:rP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2148840"/>
            <a:ext cx="2011680" cy="17373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43800" y="2148840"/>
            <a:ext cx="2011680" cy="82296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2350008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4 · Vision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770632"/>
            <a:ext cx="1737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Structured JSON scene analysis of every keyframe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2834640"/>
            <a:ext cx="228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D64541"/>
                </a:solidFill>
                <a:latin typeface="Segoe UI"/>
              </a:rP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84080" y="2148840"/>
            <a:ext cx="2011680" cy="17373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84080" y="2148840"/>
            <a:ext cx="2011680" cy="82296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21240" y="2350008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5 · Captions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2770632"/>
            <a:ext cx="1737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Style-templated text generation, one voice per style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25196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D64541"/>
                </a:solidFill>
                <a:latin typeface="Segoe UI"/>
              </a:rPr>
              <a:t>WHY IT STAYS ACCURATE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61772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6B7280"/>
                </a:solidFill>
                <a:latin typeface="Segoe UI"/>
              </a:rPr>
              <a:t>–  Every caption is written from real per-frame analysis (objects, people, signage OCR, weather, activities) — the text model never sees raw pixels or guesses blind.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6B7280"/>
                </a:solidFill>
                <a:latin typeface="Segoe UI"/>
              </a:rPr>
              <a:t>–  Consensus voting across frames per scene filters out single-frame vision errors before caption writing.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6B7280"/>
                </a:solidFill>
                <a:latin typeface="Segoe UI"/>
              </a:rPr>
              <a:t>–  It reads on-screen text: identified Shibuya Crossing from the 109MEN'S storefront and an athlete's bib number 6297 in test clips.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6B7280"/>
                </a:solidFill>
                <a:latin typeface="Segoe UI"/>
              </a:rPr>
              <a:t>no-cap.ai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02920"/>
            <a:ext cx="457200" cy="54864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D64541"/>
                </a:solidFill>
                <a:latin typeface="Segoe UI"/>
              </a:rPr>
              <a:t>UNDER THE 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32688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1F2937"/>
                </a:solidFill>
                <a:latin typeface="Segoe UI"/>
              </a:rPr>
              <a:t>Tech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1054303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011680"/>
            <a:ext cx="10543032" cy="749808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093976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D64541"/>
                </a:solidFill>
                <a:latin typeface="Segoe UI"/>
              </a:rPr>
              <a:t>Vision understanding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093976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F2937"/>
                </a:solidFill>
                <a:latin typeface="Segoe UI"/>
              </a:rPr>
              <a:t>Fireworks AI — minimax-m3 vision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093976"/>
            <a:ext cx="4297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Structured JSON analysis of keyframes: scene type, objects, people, activities, on-screen 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62072"/>
            <a:ext cx="10543032" cy="749808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944368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D64541"/>
                </a:solidFill>
                <a:latin typeface="Segoe UI"/>
              </a:rPr>
              <a:t>Caption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944368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F2937"/>
                </a:solidFill>
                <a:latin typeface="Segoe UI"/>
              </a:rPr>
              <a:t>Fireworks AI — gpt-oss-120b (open-weights)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944368"/>
            <a:ext cx="4297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Reasoning-capped, style-prompted 2-line captions; retry + local template fallback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712464"/>
            <a:ext cx="10543032" cy="749808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79476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D64541"/>
                </a:solidFill>
                <a:latin typeface="Segoe UI"/>
              </a:rPr>
              <a:t>Keyframe selection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79476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F2937"/>
                </a:solidFill>
                <a:latin typeface="Segoe UI"/>
              </a:rPr>
              <a:t>OpenAI CLIP ViT-B/32 (PyTorch)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794760"/>
            <a:ext cx="4297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Semantic embeddings + greedy farthest-point selection; early-stop on near-duplicate content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562856"/>
            <a:ext cx="10543032" cy="749808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645152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D64541"/>
                </a:solidFill>
                <a:latin typeface="Segoe UI"/>
              </a:rPr>
              <a:t>Video 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645152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F2937"/>
                </a:solidFill>
                <a:latin typeface="Segoe UI"/>
              </a:rPr>
              <a:t>OpenCV + PySceneDetect (AdaptiveDetector)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645152"/>
            <a:ext cx="4297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Single decode pass: scene cuts and candidate frames captured together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413248"/>
            <a:ext cx="10543032" cy="749808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495544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D64541"/>
                </a:solidFill>
                <a:latin typeface="Segoe UI"/>
              </a:rPr>
              <a:t>Packaging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5495544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F2937"/>
                </a:solidFill>
                <a:latin typeface="Segoe UI"/>
              </a:rPr>
              <a:t>Docker (linux/amd64, 2.71 GB)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5495544"/>
            <a:ext cx="4297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Self-contained image: models preloaded, credentials embedded, zero runtime setup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6B7280"/>
                </a:solidFill>
                <a:latin typeface="Segoe UI"/>
              </a:rPr>
              <a:t>no-cap.ai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02920"/>
            <a:ext cx="457200" cy="54864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D64541"/>
                </a:solidFill>
                <a:latin typeface="Segoe UI"/>
              </a:rPr>
              <a:t>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32688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1F2937"/>
                </a:solidFill>
                <a:latin typeface="Segoe UI"/>
              </a:rPr>
              <a:t>Built for the judge VM, not the demo machine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1054303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011680"/>
            <a:ext cx="3383280" cy="19659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157984"/>
            <a:ext cx="29809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Single decode 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542032"/>
            <a:ext cx="298094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Scene detection and frame capture share one pass over the video — no re-decoding. Captured frames are downscaled in memory, cutting RAM 4–10x on UHD clips.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011680"/>
            <a:ext cx="3383280" cy="19659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2157984"/>
            <a:ext cx="29809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3-way concurrency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2542032"/>
            <a:ext cx="298094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Tasks run in parallel: one clip downloads while another decodes and a third calls the APIs. Batch time cut by ~2.3x.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011680"/>
            <a:ext cx="3383280" cy="19659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2157984"/>
            <a:ext cx="29809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Deadline guard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542032"/>
            <a:ext cx="298094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Global wall-clock budget below the 10-minute kill limit. Results are pre-filled and always written — partial output beats a TIMEOUT zero.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160520"/>
            <a:ext cx="3383280" cy="19659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306824"/>
            <a:ext cx="29809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Failure resilience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690872"/>
            <a:ext cx="298094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Every API call has retries with backoff; empty model output is detected and regenerated; every clip/style is guaranteed a caption.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4160520"/>
            <a:ext cx="3383280" cy="19659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36008" y="4306824"/>
            <a:ext cx="29809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Reasoning-model taming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8" y="4690872"/>
            <a:ext cx="298094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gpt-oss reasoning effort is capped so the token budget goes to the caption, not hidden chain-of-thought — fixing silent empty outputs.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4160520"/>
            <a:ext cx="3383280" cy="19659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4306824"/>
            <a:ext cx="29809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Fixed cost per clip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690872"/>
            <a:ext cx="298094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Max 5 keyframes per video regardless of length — vision spend is bounded and predictable across the hidden set.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6B7280"/>
                </a:solidFill>
                <a:latin typeface="Segoe UI"/>
              </a:rPr>
              <a:t>no-cap.ai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02920"/>
            <a:ext cx="457200" cy="54864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D64541"/>
                </a:solidFill>
                <a:latin typeface="Segoe U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32688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1F2937"/>
                </a:solidFill>
                <a:latin typeface="Segoe UI"/>
              </a:rPr>
              <a:t>Validated on the public sample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1054303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057400"/>
            <a:ext cx="2514600" cy="15544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D64541"/>
                </a:solidFill>
                <a:latin typeface="Segoe UI"/>
              </a:rPr>
              <a:t>90.6s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71800"/>
            <a:ext cx="2148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12 clips end-to-end, CPU-only container (limit: 600s)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057400"/>
            <a:ext cx="2514600" cy="15544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286000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D64541"/>
                </a:solidFill>
                <a:latin typeface="Segoe UI"/>
              </a:rPr>
              <a:t>48 / 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971800"/>
            <a:ext cx="2148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captions delivered — every clip, every style, zero placeholders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057400"/>
            <a:ext cx="2514600" cy="15544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286000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D64541"/>
                </a:solidFill>
                <a:latin typeface="Segoe UI"/>
              </a:rPr>
              <a:t>2.71 GB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71800"/>
            <a:ext cx="2148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self-contained linux/amd64 image (limit: 10 GB)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2057400"/>
            <a:ext cx="2514600" cy="15544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2286000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D64541"/>
                </a:solidFill>
                <a:latin typeface="Segoe UI"/>
              </a:rPr>
              <a:t>&lt; 10s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971800"/>
            <a:ext cx="2148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container start to first task (limit: 60s)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977639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D64541"/>
                </a:solidFill>
                <a:latin typeface="Segoe UI"/>
              </a:rPr>
              <a:t>SAMPLE OUTPUT — SHIBUYA CROSSING CLIP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389120"/>
            <a:ext cx="10543032" cy="7772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480559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F2937"/>
                </a:solidFill>
                <a:latin typeface="Segoe UI"/>
              </a:rPr>
              <a:t>formal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480559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“Shibuya Crossing in Tokyo shows over a hundred pedestrians moving in multiple directions across the scramble intersection...”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303520"/>
            <a:ext cx="10543032" cy="7772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394959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F2937"/>
                </a:solidFill>
                <a:latin typeface="Segoe UI"/>
              </a:rPr>
              <a:t>humorous_tech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5394959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6B7280"/>
                </a:solidFill>
                <a:latin typeface="Segoe UI"/>
              </a:rPr>
              <a:t>“Like a massive load-balanced microservice, Shibuya's scramble queue spins threads of pedestrians while traffic signals act as rate limiters.”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6B7280"/>
                </a:solidFill>
                <a:latin typeface="Segoe UI"/>
              </a:rPr>
              <a:t>no-cap.ai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02920"/>
            <a:ext cx="457200" cy="54864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D64541"/>
                </a:solidFill>
                <a:latin typeface="Segoe UI"/>
              </a:rPr>
              <a:t>SUBMISSION 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32688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1F2937"/>
                </a:solidFill>
                <a:latin typeface="Segoe UI"/>
              </a:rPr>
              <a:t>Every rule in the guide, checked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1054303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011680"/>
            <a:ext cx="5166360" cy="12344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121408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F2937"/>
                </a:solidFill>
                <a:latin typeface="Segoe UI"/>
              </a:rPr>
              <a:t>Input / output contract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468880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Reads /input/tasks.json (tolerant of alternate names), writes valid /output/results.json before exit, exit code 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166360" cy="12344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2121408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F2937"/>
                </a:solidFill>
                <a:latin typeface="Segoe UI"/>
              </a:rPr>
              <a:t>Self-contained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468880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No env vars, files, or manual setup required at judge time — credentials and model weights ship inside the image.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429000"/>
            <a:ext cx="5166360" cy="12344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538728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F2937"/>
                </a:solidFill>
                <a:latin typeface="Segoe UI"/>
              </a:rPr>
              <a:t>Generalization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3886200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Nothing is hardcoded to the sample clips: styles are mapped dynamically, scenes and keyframes are computed per video.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429000"/>
            <a:ext cx="5166360" cy="12344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538728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F2937"/>
                </a:solidFill>
                <a:latin typeface="Segoe UI"/>
              </a:rPr>
              <a:t>Complete output, always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886200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Placeholder guarantees mean a crashed clip still returns all requested styles instead of a missing task.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846320"/>
            <a:ext cx="5166360" cy="12344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956048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F2937"/>
                </a:solidFill>
                <a:latin typeface="Segoe UI"/>
              </a:rPr>
              <a:t>Style discipline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5303520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humorous_non_tech is jargon-free, sarcastic stays factually grounded, formal stays objective — verified across the sample set.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846320"/>
            <a:ext cx="5166360" cy="12344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956048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F2937"/>
                </a:solidFill>
                <a:latin typeface="Segoe UI"/>
              </a:rPr>
              <a:t>Runtime headroom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5303520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Segoe UI"/>
              </a:rPr>
              <a:t>8.5x under the 10-minute limit on CPU — safe margin for longer 2-minute hidden clips.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6B7280"/>
                </a:solidFill>
                <a:latin typeface="Segoe UI"/>
              </a:rPr>
              <a:t>no-cap.ai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1887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D64541"/>
                </a:solidFill>
                <a:latin typeface="Segoe UI"/>
              </a:rPr>
              <a:t>AMD DEVELOPER HACKATHON  ·  TRACK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600" b="1">
                <a:solidFill>
                  <a:srgbClr val="1F2937"/>
                </a:solidFill>
                <a:latin typeface="Segoe UI"/>
              </a:rPr>
              <a:t>Captions you can trust. Styles you can feel.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517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6B7280"/>
                </a:solidFill>
                <a:latin typeface="Segoe UI"/>
              </a:rPr>
              <a:t>no-cap.ai — grounded video captioning in four voices, packed into one Docker image.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5661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B7280"/>
                </a:solidFill>
                <a:latin typeface="Segoe UI"/>
              </a:rPr>
              <a:t>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931920"/>
            <a:ext cx="3017520" cy="10515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11480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Tillu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52628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Pipeline &amp; vision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3931920"/>
            <a:ext cx="3017520" cy="10515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411480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Millu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452628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Caption engine &amp; styles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3931920"/>
            <a:ext cx="3017520" cy="10515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411480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Jhillu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452628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Infra, Docker &amp; evaluation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5440680"/>
            <a:ext cx="2926080" cy="19050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6235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Segoe UI"/>
              </a:rPr>
              <a:t>Thank you  ·  Docker image + repo links in the submission 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